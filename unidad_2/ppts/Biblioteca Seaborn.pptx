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88E5E-BD5E-E1FC-DB60-DF0F34D31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55243F-3A6F-F41F-131E-9CE451564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46D21B-FEC5-8D13-32A7-B1B6B282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603054-DC10-3A14-C76C-FDEE5018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77E8E-7484-3A2A-92DC-C68DBC93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287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2530E-26EC-931F-57A6-58BDB22D2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C6351F-307B-A1CE-246B-810CE1050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8098FA-27BE-C8F5-F2FF-284ECF16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3588EF-ADC9-11CC-0117-DCC90570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E89303-DD04-5239-FBE0-B04933BC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8899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29E29-CFF4-E5EA-7FDA-E0230B4E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8D6A1E-5C81-A875-01DD-CA5473D6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A1451B-4079-8116-F33F-FD61BD92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5B5E9C-8369-2311-E1C0-7F900E73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46D7BB-F802-A89A-EEA5-F92476BFC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241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BA48E-DA8E-BF5C-1E1A-4C8B4EF8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8B18DC-9AF2-0336-B375-C5B048239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3414D0-019F-1534-D5FA-48B66206D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9A65F5-4939-D479-056F-DA208BEC3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880D28-18CC-41E6-E684-8281D29A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FE5E32-240C-1A43-C95D-24004AFC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478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2241F-E89D-F43F-6025-CD1D712D5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13CB0A-1E05-7A0D-4189-AB20ADFFE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D4D22F-21EB-B545-85FC-7DC4C163E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093E86-E328-AF4C-5F5B-EBCE55A9D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F54B07-1D0C-CF8D-A702-0ACBB6742D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2710C5-EE1A-F4EE-F452-A4F391B4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F551EF-63A5-D9B0-5179-B843625F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A2E535-AB8C-2DCF-E902-9941FC88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723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9CE08-6729-3027-8494-978B042C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427964-6227-1664-998D-B5017221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3EC4B9-4467-A394-0DEA-761D76A2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1AA49A0-452F-594A-5755-7175CEEF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652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809E9B7-C651-F6C1-AE99-C44DC037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BD58AA-ECFC-37D4-6545-186600AD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9B714D-8B47-2A01-CBCB-E2180FA1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592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A038F-7686-B2E8-EB91-22131314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772DC8-CFA9-8ECD-8613-C3B70638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44AE97-F400-6499-A564-29C6EC80D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2556C5-886D-50DE-6A4B-82B233AD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044F5A-F2CE-5FEA-4E85-4DB904E4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5D410-6EE3-50A7-CDE4-DF041C91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556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7E7B7-61FF-D95A-9E6A-C41441F0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00BF34-B39D-27AA-1442-2ADBF0292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476649-4571-37B9-2706-1E0FDBD2A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3DD98C-8A00-DE10-6014-F417A704D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BEA605-7E9A-D5FC-A3D2-3840C421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156EA7-F1AC-4076-A4E5-16EE2441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073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5161E-A8B6-CA5C-EA41-17CFE199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BD796B-E87B-A616-5BE5-9CE3ADD5B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C59558-962C-337C-DB46-F23D999E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C52CB9-4589-0E51-AE00-2F405B15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4BEAA0-F3FE-1B38-8E6B-58D321E7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5947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0B1B95-8D18-92A6-AFCA-1D076B64F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D4F719-6D1E-C073-D071-EFF690918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6C5FAD-FF33-D3CE-B563-41950116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0DC5D-6AA8-5CB7-1A1A-8EC4318CE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99E245-0F45-22C8-4761-3771DC31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267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6ADA5AD-EF5A-4A23-B77D-EF7E3FCA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797E5E-8E21-5129-858C-9E95844AE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2B8CD8-93CA-BE05-56F7-E8A2D8188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96C4B-2C30-4657-9AFB-AAAF1FF2284C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3ABB14-993C-12DC-FF17-CE77C8D70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1623A8-D09A-C723-997D-99C071D94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3FEFF-8D73-41D0-B7C2-83D4FE7CF9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798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641A6-E28A-C2AC-F572-D99A49CCBC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Biblioteca </a:t>
            </a:r>
            <a:r>
              <a:rPr lang="es-CL" dirty="0"/>
              <a:t>Seaborn</a:t>
            </a:r>
            <a:br>
              <a:rPr lang="es-CL" b="1" dirty="0"/>
            </a:b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33231B-BF58-BF69-3CF7-720D535B36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Profesor Manuel Reveco Cabello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3532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8A38D-0C55-D42F-0586-036A19FFA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</a:t>
            </a:r>
            <a:r>
              <a:rPr lang="es-ES" dirty="0" err="1"/>
              <a:t>seaborn</a:t>
            </a:r>
            <a:r>
              <a:rPr lang="es-ES" dirty="0"/>
              <a:t>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92A9A9-D7B9-87DB-3CE7-79F2CA2C0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Es una biblioteca de visualización de datos basada en </a:t>
            </a:r>
            <a:r>
              <a:rPr lang="es-ES" dirty="0" err="1"/>
              <a:t>matplotlib</a:t>
            </a:r>
            <a:r>
              <a:rPr lang="es-ES" dirty="0"/>
              <a:t>, que ofrece una interfaz de alto nivel, para cargar gráficos estadísticos mas atractivos y completos.</a:t>
            </a:r>
          </a:p>
          <a:p>
            <a:pPr algn="just"/>
            <a:r>
              <a:rPr lang="es-ES" dirty="0"/>
              <a:t>Seaborn también mejora la estética de los gráficos </a:t>
            </a:r>
            <a:r>
              <a:rPr lang="es-ES" dirty="0" err="1"/>
              <a:t>matplotlib</a:t>
            </a:r>
            <a:r>
              <a:rPr lang="es-ES" dirty="0"/>
              <a:t> por defecto y proporciona herramientas adicionales para trabajar con </a:t>
            </a:r>
            <a:r>
              <a:rPr lang="es-ES" dirty="0" err="1"/>
              <a:t>dataframes</a:t>
            </a:r>
            <a:r>
              <a:rPr lang="es-ES" dirty="0"/>
              <a:t> de pandas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3624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6E8E3-11B8-457A-6A42-F86E25704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necesito para trabajar con </a:t>
            </a:r>
            <a:r>
              <a:rPr lang="es-CL" dirty="0"/>
              <a:t>Seaborn?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49C860-1C09-F33D-EAAC-C39C62D3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7910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Se necesita importa las librerías:</a:t>
            </a:r>
          </a:p>
          <a:p>
            <a:r>
              <a:rPr lang="es-ES" dirty="0"/>
              <a:t>Pandas</a:t>
            </a:r>
          </a:p>
          <a:p>
            <a:r>
              <a:rPr lang="es-CL" dirty="0" err="1"/>
              <a:t>Numpy</a:t>
            </a:r>
            <a:endParaRPr lang="es-CL" dirty="0"/>
          </a:p>
          <a:p>
            <a:r>
              <a:rPr lang="es-CL" dirty="0" err="1"/>
              <a:t>Matplotlib.pyplot</a:t>
            </a:r>
            <a:endParaRPr lang="es-CL" dirty="0"/>
          </a:p>
          <a:p>
            <a:r>
              <a:rPr lang="es-CL" dirty="0" err="1"/>
              <a:t>seaborn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DD5483-3497-11FE-D2F5-FD8F01855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688" y="3628789"/>
            <a:ext cx="7160772" cy="231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0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E2A28-FD95-153F-1E56-D84BAE41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gráficos comunes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D3DBF-0A47-47DC-EB94-31C1E039A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dirty="0"/>
              <a:t>Dependiendo de que se quiera mostrar se elegirá el tipo de grafico( la función)</a:t>
            </a:r>
          </a:p>
          <a:p>
            <a:pPr marL="0" indent="0" algn="just">
              <a:buNone/>
            </a:pPr>
            <a:r>
              <a:rPr lang="es-ES" b="1" dirty="0"/>
              <a:t>Relaciones (</a:t>
            </a:r>
            <a:r>
              <a:rPr lang="es-ES" b="1" dirty="0" err="1"/>
              <a:t>Relational</a:t>
            </a:r>
            <a:r>
              <a:rPr lang="es-ES" b="1" dirty="0"/>
              <a:t>):</a:t>
            </a:r>
            <a:r>
              <a:rPr lang="es-ES" dirty="0"/>
              <a:t>Para ver cómo interactúan dos variables numéricas.</a:t>
            </a:r>
          </a:p>
          <a:p>
            <a:pPr algn="just"/>
            <a:r>
              <a:rPr lang="es-ES" b="1" dirty="0" err="1"/>
              <a:t>sns.scatterplot</a:t>
            </a:r>
            <a:r>
              <a:rPr lang="es-ES" b="1" dirty="0"/>
              <a:t>()</a:t>
            </a:r>
            <a:r>
              <a:rPr lang="es-ES" dirty="0"/>
              <a:t>: Gráfico de dispersión.</a:t>
            </a:r>
          </a:p>
          <a:p>
            <a:pPr algn="just"/>
            <a:r>
              <a:rPr lang="es-ES" b="1" dirty="0" err="1"/>
              <a:t>sns.lineplot</a:t>
            </a:r>
            <a:r>
              <a:rPr lang="es-ES" b="1" dirty="0"/>
              <a:t>()</a:t>
            </a:r>
            <a:r>
              <a:rPr lang="es-ES" dirty="0"/>
              <a:t>: Gráfico de líneas.</a:t>
            </a:r>
          </a:p>
          <a:p>
            <a:pPr marL="0" indent="0" algn="just">
              <a:buNone/>
            </a:pPr>
            <a:r>
              <a:rPr lang="es-ES" b="1" dirty="0"/>
              <a:t>Distribuciones (</a:t>
            </a:r>
            <a:r>
              <a:rPr lang="es-ES" b="1" dirty="0" err="1"/>
              <a:t>Distributions</a:t>
            </a:r>
            <a:r>
              <a:rPr lang="es-ES" b="1" dirty="0"/>
              <a:t>):</a:t>
            </a:r>
            <a:r>
              <a:rPr lang="es-ES" dirty="0"/>
              <a:t>Para entender la frecuencia o densidad de los datos.</a:t>
            </a:r>
          </a:p>
          <a:p>
            <a:pPr algn="just"/>
            <a:r>
              <a:rPr lang="es-ES" b="1" dirty="0" err="1"/>
              <a:t>sns.histplot</a:t>
            </a:r>
            <a:r>
              <a:rPr lang="es-ES" b="1" dirty="0"/>
              <a:t>()</a:t>
            </a:r>
            <a:r>
              <a:rPr lang="es-ES" dirty="0"/>
              <a:t>: Histograma.</a:t>
            </a:r>
          </a:p>
          <a:p>
            <a:pPr algn="just"/>
            <a:r>
              <a:rPr lang="es-ES" b="1" dirty="0" err="1"/>
              <a:t>sns.kdeplot</a:t>
            </a:r>
            <a:r>
              <a:rPr lang="es-ES" b="1" dirty="0"/>
              <a:t>()</a:t>
            </a:r>
            <a:r>
              <a:rPr lang="es-ES" dirty="0"/>
              <a:t>: Curva de densidad suavizada.</a:t>
            </a:r>
          </a:p>
          <a:p>
            <a:pPr marL="0" indent="0" algn="just">
              <a:buNone/>
            </a:pPr>
            <a:r>
              <a:rPr lang="es-ES" b="1" dirty="0"/>
              <a:t>Categorías (</a:t>
            </a:r>
            <a:r>
              <a:rPr lang="es-ES" b="1" dirty="0" err="1"/>
              <a:t>Categorical</a:t>
            </a:r>
            <a:r>
              <a:rPr lang="es-ES" b="1" dirty="0"/>
              <a:t>)</a:t>
            </a:r>
            <a:r>
              <a:rPr lang="es-ES" dirty="0"/>
              <a:t>Para comparar una variable numérica contra una categórica.</a:t>
            </a:r>
          </a:p>
          <a:p>
            <a:pPr algn="just"/>
            <a:r>
              <a:rPr lang="es-ES" b="1" dirty="0" err="1"/>
              <a:t>sns.boxplot</a:t>
            </a:r>
            <a:r>
              <a:rPr lang="es-ES" b="1" dirty="0"/>
              <a:t>()</a:t>
            </a:r>
            <a:r>
              <a:rPr lang="es-ES" dirty="0"/>
              <a:t>: Diagrama de caja (ideal para ver valores atípicos).</a:t>
            </a:r>
          </a:p>
          <a:p>
            <a:pPr algn="just"/>
            <a:r>
              <a:rPr lang="es-ES" b="1" dirty="0" err="1"/>
              <a:t>sns.barplot</a:t>
            </a:r>
            <a:r>
              <a:rPr lang="es-ES" b="1" dirty="0"/>
              <a:t>()</a:t>
            </a:r>
            <a:r>
              <a:rPr lang="es-ES" dirty="0"/>
              <a:t>: Gráfico de barras con estimación de error.</a:t>
            </a:r>
          </a:p>
          <a:p>
            <a:pPr algn="just"/>
            <a:endParaRPr lang="es-ES" dirty="0"/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8651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BF5430-5987-571E-1B7C-B733D298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Grafico de dispersión 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3D9128-76D6-5B5C-B6E1-7CDAB37A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66" y="1690688"/>
            <a:ext cx="8405194" cy="40637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B15930A-1A31-DBB2-9825-5796914BA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95" y="588961"/>
            <a:ext cx="4468823" cy="341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2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33759-00DA-A04A-54AF-50212744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Grafico de dispersión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0CB39F-9B59-6C56-5F95-11363D22F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6101"/>
            <a:ext cx="10212930" cy="21342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996B54-3EAE-C5F1-2046-DC857EA4B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290" y="3356584"/>
            <a:ext cx="4021752" cy="313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9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A542F-2E19-56C8-F6B5-2754EE9B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Gráficos de distribución(frecuencia)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A10F54-D8B6-98C5-4E8C-FF661101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16" y="1825625"/>
            <a:ext cx="10774438" cy="119062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dirty="0"/>
              <a:t>Sirven para ver cómo se reparten los datos. Ejemplo, </a:t>
            </a:r>
            <a:r>
              <a:rPr lang="es-ES" b="1" dirty="0" err="1"/>
              <a:t>Histplot</a:t>
            </a:r>
            <a:r>
              <a:rPr lang="es-ES" b="1" dirty="0"/>
              <a:t> (Histograma),</a:t>
            </a:r>
            <a:r>
              <a:rPr lang="es-ES" dirty="0"/>
              <a:t>que muestra cuántas veces ocurren ciertos rangos de valores.</a:t>
            </a:r>
          </a:p>
          <a:p>
            <a:pPr algn="just"/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F28AA90-4D9F-3878-CA48-D7B4214B5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15" y="3151188"/>
            <a:ext cx="7211431" cy="31077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8D229EA-0F86-0F25-2531-1198A45F5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759" y="2892972"/>
            <a:ext cx="3483618" cy="277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6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2A775-6472-53D9-EBD0-29AF8C61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Gráficos Categóricos (Comparaciones)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4B9F74-906F-A41B-F3AD-084F1DA72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dirty="0"/>
              <a:t>Ideales cuando una de las variables es un grupo (como "Día", "Especie" o "País"). Ejemplo, </a:t>
            </a:r>
            <a:r>
              <a:rPr lang="es-ES" b="1" dirty="0" err="1"/>
              <a:t>Boxplot</a:t>
            </a:r>
            <a:r>
              <a:rPr lang="es-ES" b="1" dirty="0"/>
              <a:t> (Diagrama de Caja</a:t>
            </a:r>
            <a:r>
              <a:rPr lang="es-ES" dirty="0"/>
              <a:t>), que es perfecto para ver la mediana, los cuartiles y los valores atípicos (</a:t>
            </a:r>
            <a:r>
              <a:rPr lang="es-ES" dirty="0" err="1"/>
              <a:t>outliers</a:t>
            </a:r>
            <a:r>
              <a:rPr lang="es-ES" dirty="0"/>
              <a:t>).</a:t>
            </a:r>
          </a:p>
          <a:p>
            <a:pPr algn="just"/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A910C82-7984-9AC7-5272-8C13CBC6C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04" y="3429000"/>
            <a:ext cx="7923109" cy="29087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4FFA068-0318-598C-6451-6E8D9180E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202" y="3455751"/>
            <a:ext cx="3313710" cy="28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9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29367-5B03-141D-ABC6-BD5CD216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Gráficos Categóricos (Comparaciones)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935B64-6F7E-1F13-43D4-799A9CB27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algn="just"/>
            <a:r>
              <a:rPr lang="es-ES" b="1" dirty="0"/>
              <a:t>Otro tipo de grafico es el  </a:t>
            </a:r>
            <a:r>
              <a:rPr lang="es-ES" b="1" dirty="0" err="1"/>
              <a:t>Barplot</a:t>
            </a:r>
            <a:r>
              <a:rPr lang="es-ES" b="1" dirty="0"/>
              <a:t> (Gráfico de Barras), que m</a:t>
            </a:r>
            <a:r>
              <a:rPr lang="es-ES" dirty="0"/>
              <a:t>uestra un promedio (por defecto) y una línea de error que indica la incertidumbre.</a:t>
            </a:r>
          </a:p>
          <a:p>
            <a:pPr algn="just"/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FCF77-F9DD-81D8-B811-B69EDAB8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21" y="3151187"/>
            <a:ext cx="7914244" cy="30131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8ECC93-4D9A-BCC4-5F2F-B2896C87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345" y="2853559"/>
            <a:ext cx="3613324" cy="383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1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ACA28-2237-3E85-BA41-CDCA3CDE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Gráficos de Matrices (Correlaciones)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96431C-45B4-FE62-10B3-841D070DF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/>
              <a:t>Este tipo de gráficos se utiliza cuando se requiere  ver cómo se relacionan </a:t>
            </a:r>
            <a:r>
              <a:rPr lang="es-ES" b="1" dirty="0"/>
              <a:t>todas</a:t>
            </a:r>
            <a:r>
              <a:rPr lang="es-ES" dirty="0"/>
              <a:t> las columnas numéricas a la vez. Un ejemplo es el </a:t>
            </a:r>
            <a:r>
              <a:rPr lang="es-ES" b="1" dirty="0" err="1"/>
              <a:t>Heatmap</a:t>
            </a:r>
            <a:r>
              <a:rPr lang="es-ES" b="1" dirty="0"/>
              <a:t> (Mapa de Calor), </a:t>
            </a:r>
            <a:r>
              <a:rPr lang="es-ES" dirty="0"/>
              <a:t>que se usa frecuentemente para visualizar la matriz de correlación.</a:t>
            </a:r>
          </a:p>
          <a:p>
            <a:pPr algn="just"/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D7A1DB-43D4-73B1-7C31-45D4E5947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67" y="3429000"/>
            <a:ext cx="5325218" cy="26578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C200D56-1F21-706D-BFCA-2FBB88028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485" y="3294063"/>
            <a:ext cx="5488426" cy="306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3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75DEB-6FB6-DDC9-2895-44ECD1B6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Gráficos Múltiples Automáticos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6A2C4-DF0A-ED7B-6D42-EBFCDEE0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0996"/>
          </a:xfrm>
        </p:spPr>
        <p:txBody>
          <a:bodyPr/>
          <a:lstStyle/>
          <a:p>
            <a:pPr algn="just"/>
            <a:r>
              <a:rPr lang="es-ES" b="1" dirty="0" err="1"/>
              <a:t>Pairplot</a:t>
            </a:r>
            <a:r>
              <a:rPr lang="es-ES" b="1" dirty="0"/>
              <a:t>: </a:t>
            </a:r>
            <a:r>
              <a:rPr lang="es-ES" dirty="0"/>
              <a:t>Es la herramienta más poderosa para exploración rápida. Crea un conjunto de gráficos de todos contra todos.</a:t>
            </a:r>
          </a:p>
          <a:p>
            <a:pPr algn="just"/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C4671AC-B60B-0966-44FE-088FB6DA7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6621"/>
            <a:ext cx="5201376" cy="26589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FA7CFF4-D58C-B900-0494-6590E1E9E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334" y="2916621"/>
            <a:ext cx="5378466" cy="265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846EC-6DDE-6757-FA93-DAB14146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Tips de personalización que ahorrarán tiempo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101A16-8013-69E6-AF2C-7B938A5D3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hue</a:t>
            </a:r>
            <a:r>
              <a:rPr lang="es-ES" dirty="0"/>
              <a:t>: Se utiliza para separar por colores.</a:t>
            </a:r>
          </a:p>
          <a:p>
            <a:r>
              <a:rPr lang="es-ES" dirty="0" err="1"/>
              <a:t>palette</a:t>
            </a:r>
            <a:r>
              <a:rPr lang="es-ES" dirty="0"/>
              <a:t>: Cambia los colores (ej. "magma", "</a:t>
            </a:r>
            <a:r>
              <a:rPr lang="es-ES" dirty="0" err="1"/>
              <a:t>viridis</a:t>
            </a:r>
            <a:r>
              <a:rPr lang="es-ES" dirty="0"/>
              <a:t>", "</a:t>
            </a:r>
            <a:r>
              <a:rPr lang="es-ES" dirty="0" err="1"/>
              <a:t>rocket</a:t>
            </a:r>
            <a:r>
              <a:rPr lang="es-ES" dirty="0"/>
              <a:t>", "pastel").</a:t>
            </a:r>
          </a:p>
          <a:p>
            <a:r>
              <a:rPr lang="es-ES" dirty="0" err="1"/>
              <a:t>plt.figure</a:t>
            </a:r>
            <a:r>
              <a:rPr lang="es-ES" dirty="0"/>
              <a:t>(</a:t>
            </a:r>
            <a:r>
              <a:rPr lang="es-ES" dirty="0" err="1"/>
              <a:t>figsize</a:t>
            </a:r>
            <a:r>
              <a:rPr lang="es-ES" dirty="0"/>
              <a:t>=(10, 6)): Poner esto antes del gráfico de Seaborn para controlar el tamaño de la imagen.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8228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452</Words>
  <Application>Microsoft Office PowerPoint</Application>
  <PresentationFormat>Panorámica</PresentationFormat>
  <Paragraphs>38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Biblioteca Seaborn </vt:lpstr>
      <vt:lpstr>¿Qué es seaborn?</vt:lpstr>
      <vt:lpstr>¿Qué necesito para trabajar con Seaborn?</vt:lpstr>
      <vt:lpstr>Tipos de gráficos comunes</vt:lpstr>
      <vt:lpstr>Grafico de dispersión </vt:lpstr>
      <vt:lpstr>Grafico de dispersión</vt:lpstr>
      <vt:lpstr>Gráficos de distribución(frecuencia)</vt:lpstr>
      <vt:lpstr>Gráficos Categóricos (Comparaciones)</vt:lpstr>
      <vt:lpstr>Gráficos Categóricos (Comparaciones)</vt:lpstr>
      <vt:lpstr>Gráficos de Matrices (Correlaciones)</vt:lpstr>
      <vt:lpstr>Gráficos Múltiples Automáticos</vt:lpstr>
      <vt:lpstr>Tips de personalización que ahorrarán tiempo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ANTONIO REVECO CABELLO</dc:creator>
  <cp:lastModifiedBy>MANUEL ANTONIO REVECO CABELLO</cp:lastModifiedBy>
  <cp:revision>4</cp:revision>
  <dcterms:created xsi:type="dcterms:W3CDTF">2026-04-29T04:22:10Z</dcterms:created>
  <dcterms:modified xsi:type="dcterms:W3CDTF">2026-04-30T03:17:21Z</dcterms:modified>
</cp:coreProperties>
</file>