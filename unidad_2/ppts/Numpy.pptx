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18E5F-C498-BE30-E4D5-AFF7175F6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B7AC-955E-5D4D-C929-D2AB05031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E078B3-F154-DBD2-63DD-72230A9F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40E849-69AE-AF8C-C6CE-2C2346C3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013704-54ED-797A-1FFC-00A4ED1F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739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DFB0F-2FA4-71F4-9C42-2F7EDC2D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D9000-FD37-3F31-21BB-7FF8149F4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B6CCB8-D5AB-3584-703B-FD561640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84DF62-0C1E-E068-7DF8-F2EBEA9F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DDDB3B-B88B-1D11-0815-A6EB404B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085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54AD5-144A-0921-0B39-AF6B3F53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EDBCC8-8490-C71E-F74A-89DCED159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0B5EC-4F5C-08BF-8A95-BDB7A26A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D6271A-B59D-A57D-E6F8-093394A3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6C38E-C997-450F-3F85-A7E9D095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86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A3366-FBDF-5959-3913-10BF0999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FA6D8D-8285-5A8E-DDAF-D971F8AA1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DE7B9D-D874-77DA-A907-98608F391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723F63-4620-D418-A5F9-2B944C00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F0E1C-AF38-05D8-C8CD-5007CD3F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41D31-84C0-1EE8-D1A5-5C44A743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896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51672-0C5A-3A2D-E9BA-F65E3B98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FC832C-A72C-C3A0-C2B4-BB596CFD4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F53645-DC1F-7B8F-2C3B-3A8A2D58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1A88B5-FE67-1D5B-B8FD-507F35807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794BB2-4D0D-4C75-79FA-1C93173F0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6612E64-A2D6-8A5F-E760-7791EEF7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B556E0-2C90-45C6-9760-151F41BD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3843BB-C2AB-35CB-4A7E-40C3973A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085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4F4B0-3537-4D6C-8D15-EE3EB21E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B0EAD9-3248-9807-1DFA-48EAE270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A8C4CA-4EC4-43A5-73EE-782128EA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673649-2266-89D7-8262-2F366D66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62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29325F-B0F9-FAFA-0C07-25C73F53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8DBE08-C1E0-8851-A30E-8BE931ED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15386C-D277-73DE-DD2F-AB9973CC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352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6BC16-3DFD-7040-7B3D-5E067D3C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FEA507-1FB1-0307-3E21-FCBB805D6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29F81D-362A-5FFC-8C79-9F91B6B4F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F7BC43-C62F-CAE1-2D23-F8B0B260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F9DEA7-B8FD-9B14-CA89-A2039577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9180D-AEBF-62EC-A12C-36D5EF37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109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D02AD-8A43-05AE-3D68-B4227F87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3C5A06-FEE6-CF98-38BA-BD42E428F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D78522-878F-2169-1E8A-9880F177B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330B9-1BC2-B3ED-1680-C82D72BB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BE383C-D481-0329-A37B-B232CE3D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431BF3-0668-4DE4-A019-E741B369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152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8D305-C327-8FA9-19B0-77879029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F9DEF2-12C6-1A58-F7CC-17D871B10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E1A7E-9F1D-9216-6350-5C2F822C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A22CB-57A4-CF85-F057-FCA54216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9712D6-6F3A-921B-1DEA-F0005ACC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724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08FC31-4CE1-972F-2485-C31539C88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EEB170-984B-3E8D-17E0-9BD2A3411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E7AD7-008B-AC7B-FFD8-8C3368F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3F102F-1EEC-87F5-FAB7-6246744D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B8BDB3-4493-B846-F7AC-41048699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668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CE4F1E-765B-7C60-060D-E73A201F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2A844C-FAC5-1D4F-237E-2DA417B18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29F874-8D8D-0CF7-6CF5-686AC5865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9CBC-C2BF-40BE-946A-E73B559590D6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38A94F-6414-2F2B-11B3-F997A6CDC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CBFEE-6DFB-6F97-CB2D-F62D2B51F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90A29-1B0B-48C0-8078-C808F7A9E86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546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64B08-6008-462C-3CA1-D6993F033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err="1"/>
              <a:t>Numpy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5EDF26-0C6B-2495-E586-5ECF077C4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Prof. Manuel Reveco Cabello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FF3A7F-2C12-DE25-D0E8-09490499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283" y="4652799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2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98B94-2058-1384-6F95-7FE35E56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</a:t>
            </a:r>
            <a:r>
              <a:rPr lang="es-CL" dirty="0" err="1"/>
              <a:t>Numpy</a:t>
            </a:r>
            <a:r>
              <a:rPr lang="es-CL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485DB0-CC9D-B803-3AEE-C6BD025B2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ES" dirty="0" err="1"/>
              <a:t>NumPy</a:t>
            </a:r>
            <a:r>
              <a:rPr lang="es-ES" dirty="0"/>
              <a:t> es una biblioteca de Python que ofrece matrices N-dimensionales, herramientas de cálculo numérico, código abierto, interoperable y óptimo.</a:t>
            </a:r>
          </a:p>
          <a:p>
            <a:pPr algn="just"/>
            <a:r>
              <a:rPr lang="es-ES" dirty="0"/>
              <a:t>Es una biblioteca fundamental para la computación científica en Python y es ampliamente utilizada en el análisis de datos, el aprendizaje automático y la ciencia de datos, entre otros.</a:t>
            </a:r>
          </a:p>
          <a:p>
            <a:pPr algn="just"/>
            <a:r>
              <a:rPr lang="es-ES" dirty="0"/>
              <a:t>Proporciona un objeto N de array, que significa n dimensional de array, el cual es un arreglo multidimensional homogéneo, es decir, todos los elementos son del mismo tipo</a:t>
            </a:r>
          </a:p>
          <a:p>
            <a:pPr algn="just"/>
            <a:r>
              <a:rPr lang="es-ES" dirty="0"/>
              <a:t>Un n de array, tiene dos propiedades importantes que son </a:t>
            </a:r>
            <a:r>
              <a:rPr lang="es-ES" dirty="0" err="1"/>
              <a:t>shape</a:t>
            </a:r>
            <a:r>
              <a:rPr lang="es-ES" dirty="0"/>
              <a:t> y   </a:t>
            </a:r>
            <a:r>
              <a:rPr lang="es-ES" dirty="0" err="1"/>
              <a:t>dtype</a:t>
            </a:r>
            <a:r>
              <a:rPr lang="es-ES" dirty="0"/>
              <a:t>. </a:t>
            </a:r>
            <a:r>
              <a:rPr lang="es-ES" dirty="0" err="1"/>
              <a:t>Shape</a:t>
            </a:r>
            <a:r>
              <a:rPr lang="es-ES" dirty="0"/>
              <a:t> es una tupla que indica las dimensiones del arreglo y  </a:t>
            </a:r>
            <a:r>
              <a:rPr lang="es-ES" dirty="0" err="1"/>
              <a:t>dtype</a:t>
            </a:r>
            <a:r>
              <a:rPr lang="es-ES" dirty="0"/>
              <a:t> es el tipo de datos de los elementos del arreglo tienen.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273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538CA-82B7-1951-930B-425522D9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Arreglo de 1 dimensión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A26A35E-9EF5-810B-3620-4D06ED36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82940"/>
            <a:ext cx="7810856" cy="25939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8CBB99-9285-A07D-27F8-AE95172C4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720" y="3981528"/>
            <a:ext cx="6102417" cy="11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7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9338D-089E-ADC4-CBD5-BEB1199F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Cambiar la forma del arreglo a una matriz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87F51B-8BDA-C2FB-67EF-CE5299B9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85" y="1690688"/>
            <a:ext cx="7588624" cy="23384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1DBA89-C9D9-2F2D-DAA8-B533A7657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22550"/>
            <a:ext cx="5221361" cy="24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2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A37B8-9BE9-4813-C2AA-865FF81A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Crear una matriz con números aleatorios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D99E6E-C563-97FD-2CC4-253AF21E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01" y="1481959"/>
            <a:ext cx="8948280" cy="21827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43B9E2-9DB9-2BFD-0FD2-82795CFD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538" y="3688390"/>
            <a:ext cx="7144991" cy="24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2CD94-C903-A73C-D1C7-BB086FF5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48DC4F-6C77-697F-C906-90B30CC8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8652641" cy="13255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555AF1-7B6C-A449-9C89-EF399226F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71" y="2688137"/>
            <a:ext cx="3615465" cy="24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4E9AA-DF31-6461-403C-7116960C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66F002-4A42-5C1D-294F-DDFE86B6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8616"/>
            <a:ext cx="7074996" cy="17354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E1AC4E-B54B-6548-E0E7-7177E13B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861" y="3318999"/>
            <a:ext cx="4343500" cy="208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6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36FAC-2717-9328-30BF-7E14FE4D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E2624A-E69E-848F-2AC3-80BED49B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70" y="1986456"/>
            <a:ext cx="7790035" cy="16743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3DAE42-B719-2286-88D5-95E0AC8A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732" y="3178027"/>
            <a:ext cx="3767805" cy="17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8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EF362-828E-B628-78B5-ED46BBCDE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34E0DC-D8D5-8787-4391-4FF14FF5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86" y="1970690"/>
            <a:ext cx="7629001" cy="20298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7AC1C4-BD5C-78B9-2B89-05EDC897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42" y="3687871"/>
            <a:ext cx="3966082" cy="1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79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6419-4AA2-252B-9868-8FA8D0DA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97D6DB-8BB6-5981-CF1C-A37BCD32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81" y="1690688"/>
            <a:ext cx="6873344" cy="15966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533A1D-78D4-38D9-746D-46A6F9886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077" y="2971735"/>
            <a:ext cx="4024009" cy="234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1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C8F8A-73C2-AD8F-554B-C535329F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353FFF-A62E-8360-F0DC-E1B995207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010828" cy="17956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89CFC6-5F13-F182-D65E-A51104F1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432" y="2884324"/>
            <a:ext cx="3553430" cy="344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6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394A2-281A-CD32-930C-A5A22866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3325886-5AE7-69E1-0016-B713DCCCC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3686"/>
            <a:ext cx="6045472" cy="27176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FD02189-F33E-D396-6A57-A41EE6E8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380" y="3203256"/>
            <a:ext cx="7337420" cy="313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8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040E2-33AA-8C9D-E976-E4BAFDBE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C74C57-2CBD-B0DB-1F9A-24413EDD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92" y="1418897"/>
            <a:ext cx="7696550" cy="25692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2D980A-CA68-E2DF-78B3-C0885F49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8481"/>
            <a:ext cx="3563448" cy="27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14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ED68E-992B-515B-BA3C-EC18F07E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E47168-8F8B-3BD7-F7EC-B832CFDC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86691" cy="32041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C44A0E4-5C8C-E829-79B0-2C0A6147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435" y="2363726"/>
            <a:ext cx="2235972" cy="427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7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A21FE-93D3-C8EA-2881-1822F58A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3EB823-FD62-879D-9756-6A0275893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1856"/>
            <a:ext cx="6395464" cy="280442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AAE34C-60CA-5CF3-B77B-F0D7B77C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11" y="4122273"/>
            <a:ext cx="520785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96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B6C7A-4489-7501-82CB-AEDF452B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F5AED9-0236-54E2-184D-30ECBB62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0773"/>
            <a:ext cx="6853793" cy="24994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24DFE6-D090-0480-2941-1950DB4E1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444" y="3701577"/>
            <a:ext cx="443553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86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9CF8FC-9565-35E2-7871-0191F093F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7192"/>
            <a:ext cx="6662673" cy="245025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C555822-D6D2-758F-D1AD-DC3C75EB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57B2673-586C-3B01-7DA6-26DC37FF2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709" y="4060013"/>
            <a:ext cx="5312152" cy="174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2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C9456-E5DA-5D28-BC2B-1C3DFFD2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140153-4235-48A0-3395-F3E514C1F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0" y="1547206"/>
            <a:ext cx="6914785" cy="26716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B4AA5D-EABD-7617-6B8F-48E3274B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226" y="3646490"/>
            <a:ext cx="4281090" cy="114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DAAEE-B0DE-67EC-E299-895159D8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AAF738-B614-3C55-7268-DBF8CF76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724458" cy="23899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79BBC4-AE02-68D0-1777-DAC770549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038" y="3972142"/>
            <a:ext cx="6667043" cy="103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0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F8AA4-C7AB-A8C6-4214-5133A9A4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395611-E0A3-4635-8FE7-32531E94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8571"/>
            <a:ext cx="5547214" cy="35331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941196-7D6B-8DB2-C337-38D5AD71B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342" y="4898280"/>
            <a:ext cx="584329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97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6ED3B-22A8-DBC6-BB3E-E0CD6572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AFD3A2-0255-FED6-948E-74BD0F592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048478" cy="24242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E114CD-B95C-2F94-2310-50C731221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288" y="3677490"/>
            <a:ext cx="5218357" cy="18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3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A2DFF-E9F0-87A4-B43A-88D84CB7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F374E9-B7B2-5177-4B48-5A155486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095050" cy="25919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553E11-E5F9-3497-6365-D5DB06CA4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900" y="3894051"/>
            <a:ext cx="6054085" cy="151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25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356EB-8FAA-D0A0-C795-13AA9F855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Operaciones matemáticas y estadísticas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613997-6192-F70D-E1B8-E7C9071B0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025414" cy="22415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6AE9D5-9C16-3E4A-3EAE-64984B5E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261" y="3666745"/>
            <a:ext cx="5344790" cy="92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5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871DE-A760-F9DF-6EB4-E021F3C9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Integrando pandas y </a:t>
            </a:r>
            <a:r>
              <a:rPr lang="es-CL" dirty="0" err="1"/>
              <a:t>numpy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91A811-A133-C3DF-7D03-C05053D61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1767"/>
            <a:ext cx="6946045" cy="33409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ED275A-47E2-C420-6810-ED61647FB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74" y="2617076"/>
            <a:ext cx="3473598" cy="362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56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97339-6442-8F95-1913-6C7876EB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Integrando pandas y </a:t>
            </a:r>
            <a:r>
              <a:rPr lang="es-CL" dirty="0" err="1"/>
              <a:t>numpy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3297D1-F547-C846-9410-498F4CA81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7724"/>
            <a:ext cx="7748935" cy="3112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141212-8CFD-F6AD-77A8-61BC34597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659" y="2937999"/>
            <a:ext cx="3573041" cy="334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36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E5CE1-5773-D1D8-83FA-A05F152B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Integrando pandas y </a:t>
            </a:r>
            <a:r>
              <a:rPr lang="es-CL" dirty="0" err="1"/>
              <a:t>numpy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82C6A03-06A4-1BC1-75E0-1436869E1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001" y="1884792"/>
            <a:ext cx="2635408" cy="43866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F7D8011-101E-94EF-F3DC-3277AF51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535605"/>
            <a:ext cx="7953801" cy="43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56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DFD95-45D9-06BD-003E-F2C620F6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Integrando pandas y </a:t>
            </a:r>
            <a:r>
              <a:rPr lang="es-CL" dirty="0" err="1"/>
              <a:t>numpy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ED26AD-0B6E-1334-D8EC-C734813F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596722" cy="34636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AD9EE1-95A0-F7A6-D379-358BCDA01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41" y="2854447"/>
            <a:ext cx="3183914" cy="373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86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234</Words>
  <Application>Microsoft Office PowerPoint</Application>
  <PresentationFormat>Panorámica</PresentationFormat>
  <Paragraphs>32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de Office</vt:lpstr>
      <vt:lpstr>Numpy</vt:lpstr>
      <vt:lpstr>¿Qué es Numpy?</vt:lpstr>
      <vt:lpstr>Arreglo de 1 dimensión</vt:lpstr>
      <vt:lpstr>Cambiar la forma del arreglo a una matriz</vt:lpstr>
      <vt:lpstr>Crear una matriz con números aleatorios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Operaciones matemáticas y estadísticas</vt:lpstr>
      <vt:lpstr>Operaciones matemáticas y estadísticas</vt:lpstr>
      <vt:lpstr>Operaciones matemáticas y estadísticas</vt:lpstr>
      <vt:lpstr>Operaciones matemáticas y estadísticas </vt:lpstr>
      <vt:lpstr>Operaciones matemáticas y estadísticas</vt:lpstr>
      <vt:lpstr>Operaciones matemáticas y estadísticas</vt:lpstr>
      <vt:lpstr>Operaciones matemáticas y estadísticas</vt:lpstr>
      <vt:lpstr>Operaciones matemáticas y estadísticas</vt:lpstr>
      <vt:lpstr>Operaciones matemáticas y estadísticas</vt:lpstr>
      <vt:lpstr>Integrando pandas y numpy</vt:lpstr>
      <vt:lpstr>Integrando pandas y numpy</vt:lpstr>
      <vt:lpstr>Integrando pandas y numpy</vt:lpstr>
      <vt:lpstr>Integrando pandas y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20</cp:revision>
  <dcterms:created xsi:type="dcterms:W3CDTF">2026-04-16T15:48:20Z</dcterms:created>
  <dcterms:modified xsi:type="dcterms:W3CDTF">2026-04-17T12:57:04Z</dcterms:modified>
</cp:coreProperties>
</file>