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5BD39-4A35-FAD8-49C9-56D6E1EC9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6CD1FB-3A16-88B5-1F09-4D62E8FC8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9D492F-CE54-1871-FE6C-410CDE1A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F2609-192C-58A2-C87D-A95FCD94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9B785E-00C2-9941-1B51-35EFAFEF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262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D107B-FCA4-A8B1-4DB0-C369BB21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711813-6FF7-8E06-7DD0-08F301891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AFEA51-1A5B-742F-C43F-6E745CA5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D94256-2C25-3D4F-357A-A8F5E349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527FA2-0A52-370F-D805-4ADF7968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406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47821-F8E5-C46B-E286-D5ED32A8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667588-494C-A860-3847-DC2DD08B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21E58A-07CB-9A3A-C3A2-79F4CE7A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066CDF-0290-7F69-FCEF-210C1D84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D0DEE3-D161-9F6B-7B93-A514D86A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146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72DFD-059A-C636-12CF-AD2D5573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077CBB-CBAE-1BF3-F407-99CABB963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209895-A24C-3E1B-7980-FF609E536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F0EE6C-9A45-8148-CA38-0320734F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DD14B6-61B7-A0BA-4454-5F2BDCF1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8E3C76-BB08-63C0-332E-66C96FF6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820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97E4E-5D28-2F2D-2E5E-EFE8F3AC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20C8B2-CDE6-1B9E-20E1-EA54236B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CCADDB-71F3-BCBB-6ABD-20113B2EB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A32E25-210F-3EC7-9C53-51489E463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8FD9D2-747D-8C25-2147-95D3FF039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C03C87-24D2-8849-FC31-837A7796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844D92-68BF-9E28-7FB0-312D3984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8A93EC-A936-411C-3E40-23E6F71B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666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D1A4C-19E6-E844-5681-9393408D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36BACA1-23FA-EECF-C99F-80454782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8D93B3-DBD7-AB9A-1614-84A118E3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6789A2-5F88-00FE-3CA5-F31D9D21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125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C966E4-9C0A-78FB-EBF1-EDE5317C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E5E0987-5122-7C42-53FD-56FF8965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004941-154C-93D7-BF2B-DFC68ADB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897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BD8D4-8049-E056-E09A-90E8A263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520B98-09FF-87CA-5B58-06741B59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12B318-70F8-83E5-5D71-88D5D72C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FB6987-50D5-B277-DB8C-EF166DB1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ADCF62-F7B7-952E-AE24-6A5B1A98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5234AF-1F2A-394E-2B74-C90EFE7A3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1798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C6F30-E9E5-4213-67D4-18E91DE7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0978A5-A6D6-BBF8-3E91-8C0D53676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6C8F4D-0B11-527B-9AB1-A3CC399A3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D8A840-E765-DBCF-0738-93BD0837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0490A7-06C6-AE95-B6FB-21D7D1AE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9EC637-823B-530A-9D20-C49DD731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67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EAC65-B733-A1BB-2B07-9A6474E3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96F647-6659-7758-3CC5-B63A56FC6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008984-6D44-5BBF-4A48-9A9B944C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18003B-2DF1-A045-6FAC-4F6FC619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8C1392-DBD3-10B9-9EEC-57BB8480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790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F9A4B8-7B02-059C-D04F-CE943676F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30CCAF-9012-ADFB-50CF-10C3E4978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D43EC9-B21F-02E2-EE3A-9720276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84475C-8D05-2A99-F7F8-97EAC7F9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386514-A571-0BFC-0907-A808423C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518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3A0991-77E4-C8E0-5D42-D5066A523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969685-9E7E-B91D-AA9C-B0F3A54D4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FF7239-331A-AF77-AA39-192C5784C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7C191-16C0-4D99-896C-366FB1357558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B2F524-1DAB-AEA2-6368-2301FF383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FE3F1B-D8B2-7710-74BC-05E81AE8F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4FE49-9885-40C7-83D6-D0A06500E48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654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6B9C940-C8B6-5A44-4768-4DB19568C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s-CL" dirty="0"/>
              <a:t>Pandas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5A06460F-0EC9-5FE6-74F0-AFBE436AF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s-CL" dirty="0"/>
              <a:t>Prof. Manuel Reveco Cabello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C779336-1395-8FD4-CF09-71756DB15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394" y="4429919"/>
            <a:ext cx="3815254" cy="148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0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9D4AA-9D5A-4A24-2CAD-D9523D60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Agrupamiento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49BB89-F880-822C-0BB2-765DF0D3E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agrupamiento de datos, se basa en reconocer ciertos atributos relevantes o de interés para el problema que se esta analizando.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905033-53D0-08F8-0733-9A6B449E5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834" y="3108065"/>
            <a:ext cx="9128235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2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BC1F8-FF36-68D5-6F4F-F9866BEC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Agrupamiento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7A1703-F3AD-7313-7789-BD62DA319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526065" cy="173831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24777E-A47C-CE77-548F-FA6AE0FD2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027" y="3429000"/>
            <a:ext cx="7868978" cy="25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0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399EC-D7AB-308A-8F66-E398E828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Agregación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4F0ECA-8BBD-64F9-2B6F-AD60CE41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La agregación de datos es el proceso de combinar múltiples filas de datos en una sola fila, aplicando una función de agregación como la suma o el promedio o el mínimo o máximo, etc.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C48A96-B931-F223-83F7-FE6364F29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37513"/>
            <a:ext cx="6620799" cy="21910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4FF1FFB-4541-50AC-32C8-EA9A21587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877" y="4233041"/>
            <a:ext cx="4658148" cy="219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4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D245A-2F6E-B0C5-AE58-8E50741B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Agregación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A80E85-F1F7-57CC-5081-CAA13716B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253776" cy="29245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6DEA2E-7125-EF7A-E966-6192FF24D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89" y="3998076"/>
            <a:ext cx="6941173" cy="233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0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0BDA1-BE66-8D32-9F48-2ABAA091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Agregación y agrupación multinivel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A897BD-AEB1-EF96-FF40-A940E0EC3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6754"/>
            <a:ext cx="8501933" cy="20594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106D3CA-1CFB-5E2B-12CE-718317685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757" y="3763314"/>
            <a:ext cx="6855506" cy="205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3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43FB5-C05C-CD3C-4A46-63C1E18E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Agregación y agrupación multinivel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F2F688-49C0-3449-AA2F-F13F909EF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37" y="1690688"/>
            <a:ext cx="7865320" cy="20225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361CD6-8C32-C7D4-A492-3A060D91D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37" y="3713198"/>
            <a:ext cx="10659963" cy="277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2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6D226-8990-6BCE-70F8-C771CF59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Agregación y agrupación multinivel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6BBB66-67E8-D80D-1BF4-15BB628A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21" y="1690688"/>
            <a:ext cx="9362511" cy="27147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718DF6-5637-632C-0D64-68780F1C8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126" y="4187017"/>
            <a:ext cx="6187106" cy="19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9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90</Words>
  <Application>Microsoft Office PowerPoint</Application>
  <PresentationFormat>Panorámica</PresentationFormat>
  <Paragraphs>11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Pandas</vt:lpstr>
      <vt:lpstr>Agrupamiento de datos</vt:lpstr>
      <vt:lpstr>Agrupamiento de datos</vt:lpstr>
      <vt:lpstr>Agregación de datos</vt:lpstr>
      <vt:lpstr>Agregación de datos</vt:lpstr>
      <vt:lpstr>Agregación y agrupación multinivel </vt:lpstr>
      <vt:lpstr>Agregación y agrupación multinivel</vt:lpstr>
      <vt:lpstr>Agregación y agrupación multinivel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ANTONIO REVECO CABELLO</dc:creator>
  <cp:lastModifiedBy>MANUEL ANTONIO REVECO CABELLO</cp:lastModifiedBy>
  <cp:revision>2</cp:revision>
  <dcterms:created xsi:type="dcterms:W3CDTF">2026-04-15T15:00:45Z</dcterms:created>
  <dcterms:modified xsi:type="dcterms:W3CDTF">2026-04-15T17:31:46Z</dcterms:modified>
</cp:coreProperties>
</file>