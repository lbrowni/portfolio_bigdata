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FDC6C-58A2-E0BB-BEE4-B3FA54791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301255-63BB-6AAB-F2E6-55EDC09A2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88BB2-7082-CDAE-F5C6-397EF24D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8C1913-C79B-2897-90E7-93AECC2A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4CF5E-3568-A0B2-DFF4-553F6D75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659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F3087-6E8E-86B0-F5A3-73A5C362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DCF88A-AD5A-1F58-8546-30CD806A6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C5EFA0-204B-5575-30ED-730B6F87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61B887-1B3C-C7CD-CDDB-5CA1831F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4F538D-3C7A-F333-2C9A-64FBE0A9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325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8A2EF-21E7-5686-84A9-FDC26E98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7EE505-4B12-F13F-2C60-039AD90A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4D0374-6994-8DE4-8DA6-CF5A7750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03D796-3CFF-2F91-A426-627EB163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456B2B-EA5C-3118-C479-BB1034CD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906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B882F-7097-9A19-1F0A-91BD8913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457D2-E32A-57A4-C724-04656B0D1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3C64E4-1132-34E0-C1AC-F8CF6F630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00EBE7-1B5F-5F5A-3005-83FF9C47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64319A-1CFE-8EDF-42DE-A254CA9C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1CBF72-FF35-0B35-CB01-0D81D81B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868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C2D99-A842-EC1A-87CE-7AF44CAF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4E7A9B-8589-654E-4BA4-8EA6D6D16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AB2F60-7497-7F54-F008-E8D6025A3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EC2777-7EF3-8895-6268-26FA27B54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52D5ED-E902-107D-B769-C79FA4842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1A9ACC-2962-3D9F-970C-E0E6057C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79D214-EC05-FCED-B19E-8918636A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C48598-DBBD-E958-FC67-3AA85A09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278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9AE11-FF85-9984-580B-EE87F8A2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C64584-1484-9DF5-891E-112ED80B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D43D6D-9FC9-77EB-AA9A-184316D9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514967-AC53-A566-85AF-29DD1A89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037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072119-8390-7350-D0E1-FF37B428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BF5F09-8B89-B4C0-01CF-F817F393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CBAE9D-6FDA-7A35-6ADC-D0897229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575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535EF-65F3-F762-4B06-F8D733A5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AB40A-1D12-4760-AB1F-5E02A9E17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592B4C-8B78-1B85-8A46-6E1402F2C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D3DE43-C039-32D0-28EB-0256DCE10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464094-EC69-CB91-EF7B-D0070F26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6103E7-EAC8-360D-C2AC-C0670155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170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46AA3-697A-27D5-4431-1EF02CBF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6F3A2A-3122-0F11-9F18-4892FB47C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956E1E-D4E3-0D2C-67C6-1F42987AC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7CC6C5-2E8B-483A-B3AA-5FEC2435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13681A-442B-9D8E-95A0-F6E7CF14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837DBA-D1A2-6BF2-69AB-2BFA4CF1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498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26A2-E83D-3740-276C-38DECE08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1C0A52-71FF-C226-BB87-976FD06E2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60F30-3ACD-0EEC-9E27-66A6D970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CB885F-780A-C8D1-7EEF-15041B29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2C7B10-EDD4-CEF4-87E3-E92DB731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16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0E60D9-3436-475B-4916-6FF3FE46F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18A635-7E2D-CEB4-24F1-753713532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55B172-6361-B68F-CB05-75F3E940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8A892F-560F-0328-E857-84DFF6EC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3327B5-A05B-CF3B-739C-BC4D995F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80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B8F8FA-4F11-34DE-87A7-EED7DEB0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D8B471-537D-638F-4464-CBD495CC5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94EA24-4250-A629-90DF-B158C7B6C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A457B-6808-4372-AAEC-D4B6F61ACD2B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13DB56-C70F-BD65-7C62-D6F6B6D0D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51B03-C503-1CB2-9C4D-74F585DC4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91155-5D77-4163-9FFB-CC9DC698BB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100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user_guide/index.html" TargetMode="External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AF407-D06D-4D68-CB4A-79C83A614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Pandas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4E1BAB-27DA-0563-BCFF-784A0D036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Prof. Manuel Reveco Cabello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79B0CB-AC9A-7985-4B6F-72BDE19A9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394" y="4429919"/>
            <a:ext cx="3815254" cy="148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9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6716F-08CE-3ECE-C366-86C5E7F3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pandas?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3E3606-B5CD-7291-C95D-274BD020B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Una de las mejores herramientas para hacer análisis de datos, ciencia de datos, entre otros, en PYTHON</a:t>
            </a:r>
          </a:p>
          <a:p>
            <a:r>
              <a:rPr lang="es-MX" b="1" dirty="0"/>
              <a:t>-Limpieza de datos</a:t>
            </a:r>
          </a:p>
          <a:p>
            <a:r>
              <a:rPr lang="es-MX" b="1" dirty="0"/>
              <a:t>-Transformaciones de datos</a:t>
            </a:r>
          </a:p>
          <a:p>
            <a:r>
              <a:rPr lang="es-MX" b="1" dirty="0"/>
              <a:t>-Visualizaciones y mucho más…</a:t>
            </a:r>
          </a:p>
          <a:p>
            <a:pPr marL="0" indent="0">
              <a:buNone/>
            </a:pPr>
            <a:endParaRPr lang="es-MX" b="1" dirty="0"/>
          </a:p>
          <a:p>
            <a:r>
              <a:rPr lang="es-CL" dirty="0">
                <a:hlinkClick r:id="rId2"/>
              </a:rPr>
              <a:t>https://pandas.pydata.org/docs/#</a:t>
            </a:r>
            <a:endParaRPr lang="es-CL" dirty="0"/>
          </a:p>
          <a:p>
            <a:r>
              <a:rPr lang="es-CL" dirty="0">
                <a:hlinkClick r:id="rId3"/>
              </a:rPr>
              <a:t>https://pandas.pydata.org/docs/user_guide/index.html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6375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A62DF32-0F3E-1620-643C-E61310DE7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070" y="1024759"/>
            <a:ext cx="9490840" cy="503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1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8532EB6-64DE-62DC-25F9-5521B74E2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592" y="2053453"/>
            <a:ext cx="6998815" cy="389568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7CDE0F-1DD6-E656-D87F-5E5A23F0C93E}"/>
              </a:ext>
            </a:extLst>
          </p:cNvPr>
          <p:cNvSpPr txBox="1"/>
          <p:nvPr/>
        </p:nvSpPr>
        <p:spPr>
          <a:xfrm>
            <a:off x="507366" y="820521"/>
            <a:ext cx="10828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ARRAYS: Es similar a una lista, podemos encontrar un array 1D de una dimensión o 2D dos dimensiones, estas son las 2 principales  estructuras de datos en PANDAS, en PANDAS se trabaja principalmente con </a:t>
            </a:r>
            <a:r>
              <a:rPr lang="es-MX" b="1" dirty="0" err="1"/>
              <a:t>DataFrame</a:t>
            </a:r>
            <a:r>
              <a:rPr lang="es-MX" b="1" dirty="0"/>
              <a:t>.</a:t>
            </a:r>
          </a:p>
          <a:p>
            <a:pPr algn="just"/>
            <a:r>
              <a:rPr lang="es-MX" dirty="0"/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0143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79356-B22F-36D4-2398-2E029780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Serie y </a:t>
            </a:r>
            <a:r>
              <a:rPr lang="es-CL" dirty="0" err="1"/>
              <a:t>Dataframe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66854-2265-3A91-A1AD-9DC4D8DBD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Una </a:t>
            </a:r>
            <a:r>
              <a:rPr lang="es-CL" b="1" dirty="0"/>
              <a:t>serie</a:t>
            </a:r>
            <a:r>
              <a:rPr lang="es-CL" dirty="0"/>
              <a:t> es una estructura de datos unidimensional que permite contener cualquier tipo de datos.</a:t>
            </a:r>
          </a:p>
          <a:p>
            <a:r>
              <a:rPr lang="es-CL" dirty="0"/>
              <a:t>Un </a:t>
            </a:r>
            <a:r>
              <a:rPr lang="es-CL" dirty="0" err="1"/>
              <a:t>Dataframe</a:t>
            </a:r>
            <a:r>
              <a:rPr lang="es-CL" dirty="0"/>
              <a:t>, son estructuras de datos bidimensionales que pueden contener múltiples columnas y filas de datos.</a:t>
            </a:r>
          </a:p>
          <a:p>
            <a:r>
              <a:rPr lang="es-CL" dirty="0"/>
              <a:t>Ambos pueden ser creados a partir de diferentes tipos de datos como listas, diccionarios o </a:t>
            </a:r>
            <a:r>
              <a:rPr lang="es-CL" dirty="0" err="1"/>
              <a:t>arrays</a:t>
            </a:r>
            <a:r>
              <a:rPr lang="es-CL" dirty="0"/>
              <a:t> de </a:t>
            </a:r>
            <a:r>
              <a:rPr lang="es-CL" dirty="0" err="1"/>
              <a:t>numpy</a:t>
            </a:r>
            <a:r>
              <a:rPr lang="es-C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162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BB48E-2D11-2BF4-0BBA-AAD02BF7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Para trabajar con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326296-6820-CEAA-BF64-9933675A0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CL" dirty="0"/>
              <a:t>Necesitamos instalar una serie de librerías que nos permitan el trabajo con datos. Como Pandas, </a:t>
            </a:r>
            <a:r>
              <a:rPr lang="es-CL" dirty="0" err="1"/>
              <a:t>numpy</a:t>
            </a:r>
            <a:r>
              <a:rPr lang="es-CL" dirty="0"/>
              <a:t>, </a:t>
            </a:r>
            <a:r>
              <a:rPr lang="es-CL" dirty="0" err="1"/>
              <a:t>matplotlib</a:t>
            </a:r>
            <a:r>
              <a:rPr lang="es-CL" dirty="0"/>
              <a:t> y </a:t>
            </a:r>
            <a:r>
              <a:rPr lang="es-CL" dirty="0" err="1"/>
              <a:t>seaborn</a:t>
            </a:r>
            <a:r>
              <a:rPr lang="es-CL" dirty="0"/>
              <a:t>, entre otras.</a:t>
            </a:r>
          </a:p>
          <a:p>
            <a:pPr algn="just"/>
            <a:r>
              <a:rPr lang="es-CL" dirty="0" err="1"/>
              <a:t>NumPy</a:t>
            </a:r>
            <a:r>
              <a:rPr lang="es-ES" dirty="0"/>
              <a:t> es una librería de Python especializada en el cálculo numérico y el análisis de datos, especialmente para un gran volumen de datos. </a:t>
            </a:r>
          </a:p>
          <a:p>
            <a:pPr algn="just"/>
            <a:r>
              <a:rPr lang="es-ES" dirty="0" err="1"/>
              <a:t>Matplotlib</a:t>
            </a:r>
            <a:r>
              <a:rPr lang="es-ES" dirty="0"/>
              <a:t>, es una biblioteca completa para crear visualizaciones estáticas, animadas e interactivas en Python.</a:t>
            </a:r>
          </a:p>
          <a:p>
            <a:pPr algn="just"/>
            <a:r>
              <a:rPr lang="es-ES" dirty="0" err="1"/>
              <a:t>Seaborn</a:t>
            </a:r>
            <a:r>
              <a:rPr lang="es-ES" dirty="0"/>
              <a:t> es una librería de Python construida sobre </a:t>
            </a:r>
            <a:r>
              <a:rPr lang="es-ES" dirty="0" err="1"/>
              <a:t>Matplotlib</a:t>
            </a:r>
            <a:r>
              <a:rPr lang="es-ES" dirty="0"/>
              <a:t> que simplifica la creación de gráficos estadísticos avanzados.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7805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4071E-E51D-9B1C-DF8F-00F40BE6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Como podemos instalar cada una de estas librerías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B6F24-8FA9-F7A2-0A9F-A2855C64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Podemos crear un archivo ,</a:t>
            </a:r>
            <a:r>
              <a:rPr lang="es-CL" dirty="0" err="1"/>
              <a:t>txt</a:t>
            </a:r>
            <a:r>
              <a:rPr lang="es-CL" dirty="0"/>
              <a:t> y dentro poner los nombres de cada una de las librerías</a:t>
            </a:r>
          </a:p>
          <a:p>
            <a:pPr marL="0" indent="0">
              <a:buNone/>
            </a:pPr>
            <a:r>
              <a:rPr lang="es-CL" dirty="0"/>
              <a:t>	</a:t>
            </a:r>
            <a:r>
              <a:rPr lang="es-CL" dirty="0" err="1"/>
              <a:t>Pip</a:t>
            </a:r>
            <a:r>
              <a:rPr lang="es-CL" dirty="0"/>
              <a:t> </a:t>
            </a:r>
            <a:r>
              <a:rPr lang="es-CL" dirty="0" err="1"/>
              <a:t>install</a:t>
            </a:r>
            <a:r>
              <a:rPr lang="es-CL" dirty="0"/>
              <a:t> –r .\nombre_archivo.txt</a:t>
            </a:r>
          </a:p>
          <a:p>
            <a:r>
              <a:rPr lang="es-CL" dirty="0"/>
              <a:t>Instalar cada uno de las librerías por separado</a:t>
            </a:r>
          </a:p>
        </p:txBody>
      </p:sp>
    </p:spTree>
    <p:extLst>
      <p:ext uri="{BB962C8B-B14F-4D97-AF65-F5344CB8AC3E}">
        <p14:creationId xmlns:p14="http://schemas.microsoft.com/office/powerpoint/2010/main" val="249365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AF242-C7E1-3480-61A8-16E7A6DA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Para trabajar con pandas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2000F-1A51-2A5C-3EAC-9DBB9EDA2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34" y="1690688"/>
            <a:ext cx="10515600" cy="26448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10E3421-664E-34F7-A20C-518EE9600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186" y="4773904"/>
            <a:ext cx="6716111" cy="171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3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A71DF-B4C8-409B-5DB0-59461C71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Generando un </a:t>
            </a:r>
            <a:r>
              <a:rPr lang="es-CL" dirty="0" err="1"/>
              <a:t>dataframe</a:t>
            </a:r>
            <a:r>
              <a:rPr lang="es-CL" dirty="0"/>
              <a:t> a partir de un diccionario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E19EA2E-5C2E-420B-FEDB-71E23A6C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5131276"/>
            <a:ext cx="10974332" cy="1009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D47B2F9-A171-78CA-AF46-B79457D20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744966" cy="32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8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629C4-B729-5C07-F7F1-7A5D02CA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Como importar y exportar datos utilizando pandas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9B8D26F-275F-8183-DCE3-D07EFDF29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4654"/>
            <a:ext cx="10086419" cy="382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50A56-A82F-6E93-F9B9-746C35FB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BEA4C1-3084-DD8A-B2F0-E1444227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64" y="1964689"/>
            <a:ext cx="8611202" cy="27723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DB6EC8-A938-0B9B-7C84-E27C5624E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64" y="4933369"/>
            <a:ext cx="8611201" cy="17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7F8FC-310B-7FC5-335C-2A16405E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0D09C0-3F3A-4FB0-73A9-444FCE26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306" y="2131346"/>
            <a:ext cx="6884443" cy="20720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9253E1-1771-CD74-BCFD-744A9593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520" y="4644022"/>
            <a:ext cx="4647818" cy="16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9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CCBAD-708D-0C16-6282-2E8F6483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570703-12B1-ED01-5DD0-8BA039FD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5" y="2288009"/>
            <a:ext cx="6557748" cy="18041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7F5312-A3C7-E679-FB8F-4D231CDC2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45" y="4418470"/>
            <a:ext cx="6557748" cy="19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9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531B1-5C42-1C1F-6DFA-8FDEB40B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7F90E4-1960-42DA-409F-5FF82665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841" y="2019568"/>
            <a:ext cx="6529169" cy="20601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48EE28-C913-209A-A325-EB2E7CEDB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841" y="4457096"/>
            <a:ext cx="6529168" cy="12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7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43301-71A7-37DF-F0A3-4BB8F57F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D3E13A-E2EF-C3EA-59C5-BB58D1DBF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57" y="1690688"/>
            <a:ext cx="9296860" cy="20772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2EBE5C-FEC6-D902-E5F9-D73F67D6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05" y="4333123"/>
            <a:ext cx="7121989" cy="143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04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EDDA8-5FE4-A2C2-5393-074D075D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484088-BC95-BBFB-66B0-0AB7762C7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41" y="1690688"/>
            <a:ext cx="8043518" cy="23295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F22B3B-97FE-6D26-7D8D-0A3CDF57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851" y="4325323"/>
            <a:ext cx="5316298" cy="20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21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86611-88B5-C9D4-E233-96AAA6D7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20FD81-19DA-5E58-7382-B0740ED79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5" y="1857475"/>
            <a:ext cx="10066930" cy="21469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8E9B25-FD2D-F94F-F197-DF425DC6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03" y="4721806"/>
            <a:ext cx="6176359" cy="122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65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8CF26-D85B-5EDC-9AFB-32D47A17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02938C-CD93-88CE-4A29-87F2454B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9160"/>
            <a:ext cx="10515600" cy="25091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C409CB-3D52-8B8C-EB3E-B07511AA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214" y="4981711"/>
            <a:ext cx="5846759" cy="151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85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11227-A0A3-03FF-1C03-97E7A414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Manipulación de datos, selección y filtrado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70B36A-7B35-49A6-1A56-4053B9EA5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042635" cy="21282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72A958-9D9F-286D-69F8-AB205C56B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981" y="4162097"/>
            <a:ext cx="5876480" cy="15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9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93D58-EAED-4A3B-D904-BF6F028C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37AEBE-B506-509A-EBA0-EE0782C7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8" y="1690688"/>
            <a:ext cx="10231820" cy="30529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542DD7B-F0EC-24A9-0E5D-3CC5ED0BA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759" y="4954615"/>
            <a:ext cx="709448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81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29BC0-EBD4-5BE4-A06C-E55818E2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F8156D-885F-5620-113A-909B9B530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62" y="1690688"/>
            <a:ext cx="8789797" cy="21434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1FDBF8E-2E75-10BB-A351-EC1B7151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73" y="4187990"/>
            <a:ext cx="5312545" cy="198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3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3CF0A-F7D1-7FCB-10DB-FA1B30F1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C18FCF-3FAF-2624-7BC4-76ADDDF1E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55" y="1690688"/>
            <a:ext cx="8718331" cy="20717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7825E8-0CAD-94E5-DAC2-4E343EB93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83" y="4176925"/>
            <a:ext cx="5228617" cy="13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76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8016B-1548-A78F-EFF6-AC665819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2C7D36-3505-C76F-6643-6A2E9D89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86" y="1690688"/>
            <a:ext cx="9806152" cy="28624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149540-54AC-05EF-CBA7-43F3A91D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90" y="4724417"/>
            <a:ext cx="5493344" cy="176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11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1044C-CD8A-710D-D6C1-01AC164C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C4C7D7-A09B-9C33-325F-61B6CC9C1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841"/>
            <a:ext cx="9535510" cy="22854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71A070-77D6-E001-2DA3-E6C7E2A1D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473" y="4615442"/>
            <a:ext cx="5070963" cy="15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14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A7D87-0CED-CB57-E9C1-AF00CDAB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E77F95-80D0-9120-C96B-980E2AF74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85" y="2238704"/>
            <a:ext cx="8469811" cy="17262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2B2E3E8-7D94-6E7B-DEA0-3E0BEDA91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62" y="4184417"/>
            <a:ext cx="4718017" cy="230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88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5EDEC-6836-A3A2-9633-4E6BEB42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4DBF7A-7ED4-467A-6650-3C204D0E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62" y="1497724"/>
            <a:ext cx="10376338" cy="25633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65B6D2-65BD-CB67-7964-E564BBB5A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498" y="4319752"/>
            <a:ext cx="7189074" cy="22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22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70D7B-71D9-BF39-A913-A7F63D14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846207-A7D4-8140-5704-559B399E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03" y="2254470"/>
            <a:ext cx="8314793" cy="1740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314B75-278C-10AC-870E-3B6834121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45" y="4353841"/>
            <a:ext cx="5864772" cy="174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79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EF9B7-BBD1-D1E1-B080-DC924674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9ED805-532E-3BAE-13FC-05090EE8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0" y="2376340"/>
            <a:ext cx="6416565" cy="23375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5476269-A00D-8205-DE80-E1AD8D41E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3484853"/>
            <a:ext cx="5059960" cy="289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48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FA11E-57DA-00D5-79DF-4CA1D00B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F70E75-805B-76AB-8173-377FAA7DA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96" y="1454206"/>
            <a:ext cx="8409474" cy="256710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0986A0-56AB-BC89-254C-4EC40530E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662" y="3429000"/>
            <a:ext cx="5322048" cy="329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05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29063-FBA9-1FD8-7585-D226BDA4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Tratamiento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2767BE-DB4C-85A3-CF11-27971AF7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63" y="1391143"/>
            <a:ext cx="10793474" cy="25528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FE2F47-96AB-80FF-8190-A8FEFB49E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587" y="3752252"/>
            <a:ext cx="6829336" cy="274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43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419</Words>
  <Application>Microsoft Office PowerPoint</Application>
  <PresentationFormat>Panorámica</PresentationFormat>
  <Paragraphs>48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Tema de Office</vt:lpstr>
      <vt:lpstr>Pandas</vt:lpstr>
      <vt:lpstr>¿Qué es pandas?</vt:lpstr>
      <vt:lpstr>Presentación de PowerPoint</vt:lpstr>
      <vt:lpstr>Presentación de PowerPoint</vt:lpstr>
      <vt:lpstr>Serie y Dataframe</vt:lpstr>
      <vt:lpstr>Para trabajar con datos</vt:lpstr>
      <vt:lpstr>Como podemos instalar cada una de estas librerías</vt:lpstr>
      <vt:lpstr>Para trabajar con pandas</vt:lpstr>
      <vt:lpstr>Generando un dataframe a partir de un diccionario</vt:lpstr>
      <vt:lpstr>Como importar y exportar datos utilizando pandas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Manipulación de datos, selección y filtrado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  <vt:lpstr>Tratamiento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20</cp:revision>
  <dcterms:created xsi:type="dcterms:W3CDTF">2026-04-10T03:53:51Z</dcterms:created>
  <dcterms:modified xsi:type="dcterms:W3CDTF">2026-04-10T16:15:48Z</dcterms:modified>
</cp:coreProperties>
</file>